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32499300" cy="18288000"/>
  <p:notesSz cx="6858000" cy="9144000"/>
  <p:embeddedFontLst>
    <p:embeddedFont>
      <p:font typeface="Canva Sans" charset="1" panose="020B0503030501040103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1786415" y="4761856"/>
            <a:ext cx="8658830" cy="1255238"/>
            <a:chOff x="0" y="0"/>
            <a:chExt cx="760172" cy="11019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0172" cy="110199"/>
            </a:xfrm>
            <a:custGeom>
              <a:avLst/>
              <a:gdLst/>
              <a:ahLst/>
              <a:cxnLst/>
              <a:rect r="r" b="b" t="t" l="l"/>
              <a:pathLst>
                <a:path h="110199" w="760172">
                  <a:moveTo>
                    <a:pt x="0" y="0"/>
                  </a:moveTo>
                  <a:lnTo>
                    <a:pt x="760172" y="0"/>
                  </a:lnTo>
                  <a:lnTo>
                    <a:pt x="760172" y="110199"/>
                  </a:lnTo>
                  <a:lnTo>
                    <a:pt x="0" y="110199"/>
                  </a:lnTo>
                  <a:close/>
                </a:path>
              </a:pathLst>
            </a:custGeom>
            <a:solidFill>
              <a:srgbClr val="232323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760172" cy="1768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1005834" y="4999267"/>
            <a:ext cx="6722545" cy="704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09"/>
              </a:lnSpc>
              <a:spcBef>
                <a:spcPct val="0"/>
              </a:spcBef>
            </a:pPr>
            <a:r>
              <a:rPr lang="en-US" sz="4149">
                <a:solidFill>
                  <a:srgbClr val="C0DC71"/>
                </a:solidFill>
                <a:latin typeface="Canva Sans"/>
                <a:ea typeface="Canva Sans"/>
                <a:cs typeface="Canva Sans"/>
                <a:sym typeface="Canva Sans"/>
              </a:rPr>
              <a:t>SentinelAI(Adaptive)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08825" cy="18288000"/>
          </a:xfrm>
          <a:custGeom>
            <a:avLst/>
            <a:gdLst/>
            <a:ahLst/>
            <a:cxnLst/>
            <a:rect r="r" b="b" t="t" l="l"/>
            <a:pathLst>
              <a:path h="18288000" w="32508825">
                <a:moveTo>
                  <a:pt x="0" y="0"/>
                </a:moveTo>
                <a:lnTo>
                  <a:pt x="32508825" y="0"/>
                </a:lnTo>
                <a:lnTo>
                  <a:pt x="32508825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" t="0" r="-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737005" y="16673768"/>
            <a:ext cx="3350993" cy="704154"/>
            <a:chOff x="0" y="0"/>
            <a:chExt cx="294189" cy="618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4189" cy="61819"/>
            </a:xfrm>
            <a:custGeom>
              <a:avLst/>
              <a:gdLst/>
              <a:ahLst/>
              <a:cxnLst/>
              <a:rect r="r" b="b" t="t" l="l"/>
              <a:pathLst>
                <a:path h="61819" w="294189">
                  <a:moveTo>
                    <a:pt x="0" y="0"/>
                  </a:moveTo>
                  <a:lnTo>
                    <a:pt x="294189" y="0"/>
                  </a:lnTo>
                  <a:lnTo>
                    <a:pt x="294189" y="61819"/>
                  </a:lnTo>
                  <a:lnTo>
                    <a:pt x="0" y="6181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294189" cy="1380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0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959853" y="16732288"/>
            <a:ext cx="4128146" cy="529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89"/>
              </a:lnSpc>
              <a:spcBef>
                <a:spcPct val="0"/>
              </a:spcBef>
            </a:pPr>
            <a:r>
              <a:rPr lang="en-US" sz="3135">
                <a:gradFill>
                  <a:gsLst>
                    <a:gs pos="0">
                      <a:srgbClr val="89D957">
                        <a:alpha val="100000"/>
                      </a:srgbClr>
                    </a:gs>
                    <a:gs pos="100000">
                      <a:srgbClr val="C9E265">
                        <a:alpha val="100000"/>
                      </a:srgbClr>
                    </a:gs>
                  </a:gsLst>
                  <a:lin ang="0"/>
                </a:gradFill>
                <a:latin typeface="Canva Sans"/>
                <a:ea typeface="Canva Sans"/>
                <a:cs typeface="Canva Sans"/>
                <a:sym typeface="Canva Sans"/>
              </a:rPr>
              <a:t>                     SentinelAI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DAHCfS5IGhE</dc:identifier>
  <dcterms:modified xsi:type="dcterms:W3CDTF">2011-08-01T06:04:30Z</dcterms:modified>
  <cp:revision>1</cp:revision>
  <dc:title>SentinelAI-</dc:title>
</cp:coreProperties>
</file>